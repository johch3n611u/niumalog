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a012dbc131495e" /><Relationship Type="http://schemas.openxmlformats.org/officeDocument/2006/relationships/extended-properties" Target="/docProps/app.xml" Id="Rfee10df8f64443d2" /><Relationship Type="http://schemas.openxmlformats.org/officeDocument/2006/relationships/officeDocument" Target="/ppt/presentation.xml" Id="R5c63d2844532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bce6497dbc4a52"/>
  </p:sldMasterIdLst>
  <p:notesMasterIdLst>
    <p:notesMasterId xmlns:r="http://schemas.openxmlformats.org/officeDocument/2006/relationships" r:id="R5788d4f24e124770"/>
  </p:notesMasterIdLst>
  <p:sldIdLst>
    <p:sldId xmlns:r="http://schemas.openxmlformats.org/officeDocument/2006/relationships" id="256" r:id="R75815d20bd8d4627"/>
    <p:sldId xmlns:r="http://schemas.openxmlformats.org/officeDocument/2006/relationships" id="257" r:id="R459c1fc37acc4300"/>
    <p:sldId xmlns:r="http://schemas.openxmlformats.org/officeDocument/2006/relationships" id="258" r:id="R1eafb9394b664f1c"/>
    <p:sldId xmlns:r="http://schemas.openxmlformats.org/officeDocument/2006/relationships" id="259" r:id="R389763e2ff2a42b8"/>
    <p:sldId xmlns:r="http://schemas.openxmlformats.org/officeDocument/2006/relationships" id="260" r:id="R6d29d2eb90474bef"/>
    <p:sldId xmlns:r="http://schemas.openxmlformats.org/officeDocument/2006/relationships" id="261" r:id="R3ddaadeba37b4b00"/>
    <p:sldId xmlns:r="http://schemas.openxmlformats.org/officeDocument/2006/relationships" id="262" r:id="R7d99d398400c45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715377d9d74d31" /><Relationship Type="http://schemas.openxmlformats.org/officeDocument/2006/relationships/slideMaster" Target="/ppt/slideMasters/slideMaster1.xml" Id="R10bce6497dbc4a52" /><Relationship Type="http://schemas.openxmlformats.org/officeDocument/2006/relationships/notesMaster" Target="/ppt/notesMasters/notesMaster1.xml" Id="R5788d4f24e124770" /><Relationship Type="http://schemas.openxmlformats.org/officeDocument/2006/relationships/presProps" Target="/ppt/presProps.xml" Id="Re8bb4c0fe9854cfd" /><Relationship Type="http://schemas.openxmlformats.org/officeDocument/2006/relationships/tableStyles" Target="/ppt/tableStyles.xml" Id="Rb9d542c94eed4d72" /><Relationship Type="http://schemas.openxmlformats.org/officeDocument/2006/relationships/slide" Target="/ppt/slides/slide1.xml" Id="R75815d20bd8d4627" /><Relationship Type="http://schemas.openxmlformats.org/officeDocument/2006/relationships/slide" Target="/ppt/slides/slide2.xml" Id="R459c1fc37acc4300" /><Relationship Type="http://schemas.openxmlformats.org/officeDocument/2006/relationships/slide" Target="/ppt/slides/slide3.xml" Id="R1eafb9394b664f1c" /><Relationship Type="http://schemas.openxmlformats.org/officeDocument/2006/relationships/slide" Target="/ppt/slides/slide4.xml" Id="R389763e2ff2a42b8" /><Relationship Type="http://schemas.openxmlformats.org/officeDocument/2006/relationships/slide" Target="/ppt/slides/slide5.xml" Id="R6d29d2eb90474bef" /><Relationship Type="http://schemas.openxmlformats.org/officeDocument/2006/relationships/slide" Target="/ppt/slides/slide6.xml" Id="R3ddaadeba37b4b00" /><Relationship Type="http://schemas.openxmlformats.org/officeDocument/2006/relationships/slide" Target="/ppt/slides/slide7.xml" Id="R7d99d398400c45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452f9d101d44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fb2e8ed9004edc" /><Relationship Type="http://schemas.openxmlformats.org/officeDocument/2006/relationships/notesMaster" Target="/ppt/notesMasters/notesMaster1.xml" Id="R182344f219e440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393b61bfd54707" /><Relationship Type="http://schemas.openxmlformats.org/officeDocument/2006/relationships/notesMaster" Target="/ppt/notesMasters/notesMaster1.xml" Id="Rfd0ed5b6ec1c4e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692b3045f94206" /><Relationship Type="http://schemas.openxmlformats.org/officeDocument/2006/relationships/notesMaster" Target="/ppt/notesMasters/notesMaster1.xml" Id="Rb5e447fe450f4c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a24cf80e1646c5" /><Relationship Type="http://schemas.openxmlformats.org/officeDocument/2006/relationships/notesMaster" Target="/ppt/notesMasters/notesMaster1.xml" Id="R490f0684dd1740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f5f757e25445c3" /><Relationship Type="http://schemas.openxmlformats.org/officeDocument/2006/relationships/notesMaster" Target="/ppt/notesMasters/notesMaster1.xml" Id="Rda06c1a4d23043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f02378ec4f4f4b" /><Relationship Type="http://schemas.openxmlformats.org/officeDocument/2006/relationships/notesMaster" Target="/ppt/notesMasters/notesMaster1.xml" Id="R24d96c9ebf014c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ec979e56994cb1" /><Relationship Type="http://schemas.openxmlformats.org/officeDocument/2006/relationships/notesMaster" Target="/ppt/notesMasters/notesMaster1.xml" Id="Rd10ec45f33304e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Worklog 使用说明。内容基于当前项目的本地工作流设计。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b09640ae140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e363add8c4d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592469b484f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aa0308dd34a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2df65e27243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419aa2bdc43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1D0A20-918A-49E8-9A6C-7F441BD7C7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AAFB72-6C5B-449B-80E4-45D59F8E27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E5BA3A9-EF9C-4908-9621-A4C100BDFA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F125B4-04F3-4B86-8CE0-4F542F610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07C1C5-F6B8-4BD1-8A16-895F593DB4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B082C4-8181-468D-802A-AE6335529C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7C3D7D-26B5-47CB-AA81-B835FB7531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E0814A-493B-4681-B368-D41952B9A1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3A6BCA-0706-4284-8520-87EB2A5057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5AEE92-690D-4212-975E-0B7871EB84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fcb6bbf41a453b" /><Relationship Type="http://schemas.openxmlformats.org/officeDocument/2006/relationships/slideLayout" Target="/ppt/slideLayouts/slideLayout1.xml" Id="Ra94427160c9344ae" /><Relationship Type="http://schemas.openxmlformats.org/officeDocument/2006/relationships/slideLayout" Target="/ppt/slideLayouts/slideLayout2.xml" Id="R239d8dc781304f47" /><Relationship Type="http://schemas.openxmlformats.org/officeDocument/2006/relationships/slideLayout" Target="/ppt/slideLayouts/slideLayout3.xml" Id="R505169fe6d1c4224" /><Relationship Type="http://schemas.openxmlformats.org/officeDocument/2006/relationships/slideLayout" Target="/ppt/slideLayouts/slideLayout4.xml" Id="R0997df5039e343bf" /><Relationship Type="http://schemas.openxmlformats.org/officeDocument/2006/relationships/slideLayout" Target="/ppt/slideLayouts/slideLayout5.xml" Id="R5433e2f50c9a4feb" /><Relationship Type="http://schemas.openxmlformats.org/officeDocument/2006/relationships/slideLayout" Target="/ppt/slideLayouts/slideLayout6.xml" Id="Rd3fc4b38368b4e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4427160c9344ae"/>
    <p:sldLayoutId xmlns:r="http://schemas.openxmlformats.org/officeDocument/2006/relationships" id="2147483650" r:id="R239d8dc781304f47"/>
    <p:sldLayoutId xmlns:r="http://schemas.openxmlformats.org/officeDocument/2006/relationships" id="2147483651" r:id="R505169fe6d1c4224"/>
    <p:sldLayoutId xmlns:r="http://schemas.openxmlformats.org/officeDocument/2006/relationships" id="2147483652" r:id="R0997df5039e343bf"/>
    <p:sldLayoutId xmlns:r="http://schemas.openxmlformats.org/officeDocument/2006/relationships" id="2147483653" r:id="R5433e2f50c9a4feb"/>
    <p:sldLayoutId xmlns:r="http://schemas.openxmlformats.org/officeDocument/2006/relationships" id="2147483654" r:id="Rd3fc4b38368b4e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800e7eb984d35" /><Relationship Type="http://schemas.openxmlformats.org/officeDocument/2006/relationships/notesSlide" Target="/ppt/notesSlides/notesSlide1.xml" Id="R7c6ddbb3897e4b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d83571a3944e5" /><Relationship Type="http://schemas.openxmlformats.org/officeDocument/2006/relationships/notesSlide" Target="/ppt/notesSlides/notesSlide2.xml" Id="Rbb5025b74c374f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4c8325d9e425f" /><Relationship Type="http://schemas.openxmlformats.org/officeDocument/2006/relationships/notesSlide" Target="/ppt/notesSlides/notesSlide3.xml" Id="R4094cdc86ba543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1dfe7b86f4ade" /><Relationship Type="http://schemas.openxmlformats.org/officeDocument/2006/relationships/notesSlide" Target="/ppt/notesSlides/notesSlide4.xml" Id="R7d59623d59434d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06f3aca9964b9f" /><Relationship Type="http://schemas.openxmlformats.org/officeDocument/2006/relationships/notesSlide" Target="/ppt/notesSlides/notesSlide5.xml" Id="R68e041527d1047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40bb3436844f6" /><Relationship Type="http://schemas.openxmlformats.org/officeDocument/2006/relationships/notesSlide" Target="/ppt/notesSlides/notesSlide6.xml" Id="R2adb823e623144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e56177b73450e" /><Relationship Type="http://schemas.openxmlformats.org/officeDocument/2006/relationships/notesSlide" Target="/ppt/notesSlides/notesSlide7.xml" Id="R8f249a2668e740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FE55B-7FC2-4037-9AF6-1534C079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WORKLOG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0AC9D-D207-4B6A-8A38-AA53D2A4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工作日志与周报生成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143B9-12EB-4BBA-B9C5-C11D83BE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从 Codex / Claude 聊天记录，到日报、周报、Excel 与 PPT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23DAE-4B82-4DA1-8E21-1DC858D2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适用对象：个人开发者、产品与项目团队</a:t>
            </a:r>
          </a:p>
          <a:p xmlns:a="http://schemas.openxmlformats.org/drawingml/2006/main">
            <a:pPr>
              <a:defRPr sz="1350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工作方式：本地代码模式 + 按需外接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B68C3-5E36-4B2C-8859-559ABC9E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Worklog · 本地优先工作日志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EAE69-390B-4894-9ECC-CFA53E1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3707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E846F1-DE87-4CCB-A104-405374A7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使用流程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E1F95-937D-419B-BBD9-D106911B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572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每天只需要维护一个入口，报告由同一份事件数据生成。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D393E-5185-44F2-B20D-98932B43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0C7E4-7472-4137-9F3C-1E84BD6C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43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安装并启动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C9D08-1730-4D52-A369-7129C737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启动本地 API 与 Web 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9C215-EF20-4A9B-9113-FBE891FA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D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BB3C3-5E58-4BC3-BF18-76CC6AA2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5E9E4-DBA1-4732-9545-6397F90A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24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导入对话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9923F-6B5F-4EB9-8277-80916E8D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431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扫描 Codex / Claude 导出目录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72F3C-262E-4758-8941-F69CA1A1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DCD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FCE4E-8C86-40BE-A413-0B09295F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CD706-BC91-41A1-B548-99E58CC4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051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检查事件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46E97-7F5C-4B7C-B107-4C2EE33D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242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按日期、项目回看工作内容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B2224-3599-4C71-8D9C-D693CCA8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78D17-78B4-404B-B758-C48FE9DE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28DDB-98A1-44AA-8118-F70F8056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862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生成报告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F9BCE-E57E-48E6-A788-B6063FC8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052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代码模式或 CCSwitch AI 模式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E3414-E62C-4BE4-B7A0-9AEA2EB6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DCD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4F901-8480-4EDB-95E6-43A4750F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27FDE-693D-4E1F-9116-222E4077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67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导出交付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F7FEA-BAF0-4BB2-A653-D472901A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863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Markdown、HTML、Excel、PPT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B2BE1-FB3A-401D-8DBD-7D567DEB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DCD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2057A-6E90-4F96-A9ED-F452D037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Worklog · 本地优先工作日志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EAD57-0559-453B-A6D6-204916D3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68400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AB98E-BFDD-4B8C-A96D-17BD4540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安装与启动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8DAE4-149F-4E03-9743-A9B5799C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572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第一次使用时完成一次即可。服务只监听本机。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5F952-D4F9-455C-8E21-6FEE45BB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终端 1 · 后端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847AD-BB35-44B7-A981-E043CCE4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python3 -m venv .venv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source .venv/bin/activate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pip install -e '.[dev]'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uvicorn apps.api.main:app --reload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C601D-E544-4530-847E-D109FF9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7F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F7F9E"/>
                </a:solidFill>
                <a:latin typeface="Helvetica Neue"/>
                <a:ea typeface="Helvetica Neue"/>
                <a:cs typeface="Helvetica Neue"/>
              </a:rPr>
              <a:t>终端 2 · 前端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108DC-0AB9-4944-96D5-E485E4CC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cd apps/web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npm install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npm run dev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4F5BF-ECD6-4D90-A1FB-F2E016A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浏览器访问  http://127.0.0.1:5173/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04B2C-61A0-4695-8A28-845FCAE9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Worklog · 本地优先工作日志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FF297-4A37-45E5-A5EF-065E58F9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6292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EFCF1-7A1C-4366-A735-9FA8139E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导入与检查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0C367-3026-408A-AC6E-559D6153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572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先导入，再确认事件归类，最后生成报告。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AA2DD-6875-4502-869D-0A47C92F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导入页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1F4E9-216C-4DAD-8302-3C61FCC2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667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1. 输入包含聊天导出的本地目录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2. 点击“扫描并导入”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3. 查看新增、重复和不支持的文件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0114E-3E05-4954-A997-19C3A2AD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7F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F7F9E"/>
                </a:solidFill>
                <a:latin typeface="Helvetica Neue"/>
                <a:ea typeface="Helvetica Neue"/>
                <a:cs typeface="Helvetica Neue"/>
              </a:rPr>
              <a:t>时间线页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BDA1E-B84D-40A4-AF16-C510C42B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667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1. 按日期查看工作事件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2. 按项目核对归类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3. 必要时修改、删除或合并事件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4A711-587E-4483-9489-73B5A45B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DCD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AD155-A148-4334-B512-BAE70B62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26A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26A52"/>
                </a:solidFill>
                <a:latin typeface="Helvetica Neue"/>
                <a:ea typeface="Helvetica Neue"/>
                <a:cs typeface="Helvetica Neue"/>
              </a:rPr>
              <a:t>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8E617-D6B9-4818-BD95-ECF7C667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每周首次生成周报前，先花几分钟处理“未分类”和重复事件。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EFBA9-18E2-42AA-B2BE-3C9B9AE1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Worklog · 本地优先工作日志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111B3-7276-4DE1-8376-62B2E1B4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96772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3D913-78BD-49E8-AC94-0471CA50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配置 CCSwitch 中转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4FBAF-E8AA-42BD-9833-863DFABB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572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中国网络环境下，使用兼容协议连接本地或远程中转。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6DF02-9C78-44D2-B94E-86257429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服务商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2AF9E-2FB1-4DCA-A0B9-D148D230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CCSwitch 中转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8255B-4C4C-46D8-A74C-E6C90BA4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DC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01F05-6731-46CC-9651-5C7085F9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兼容协议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481E4-2E30-4CA5-84CA-DC40B97D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03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OpenAI Compatible 或 Anthropic Compatible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FD914-FEE4-4CB3-AF82-B0758554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D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24063-D80C-4E00-9099-01CC3320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Base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6BFDF-481D-40DF-923C-AC907190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908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填写 CCSwitch 提供的地址，例如 http://127.0.0.1:8317/v1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3FD2C-FD87-4059-861E-A9379E63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C29E2-84C3-4153-8C9F-E6551F58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模型名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99E02-4925-4519-A8C9-FED57E25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814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填写 CCSwitch 中实际可用的模型路由名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D6BB8-EE86-479D-B46F-3D7D399B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DE410-8855-4838-BB28-DED7B63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API 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F658C-6F95-4361-9151-E3163EA0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有鉴权就填写，无鉴权可留空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0D6C4-EBA9-4AEC-A2BB-B4BC0C49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DCD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67DE9-3098-498F-89D0-430B846B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调用前先用“预览”检查发送的上下文。代码模式不会访问外部模型。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9AB13-89EE-40F2-89EA-9D9EF49B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Worklog · 本地优先工作日志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5821F-9D6D-42A4-97A7-CB77C348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5424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1505E-DC81-4DE1-981B-C2774A28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生成与导出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22869-0A6D-4DC0-ADA8-5B141065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572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日报和周报共享同一份工作事件，可以按不同场景交付。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34E45-6F39-44E2-B6C5-B5CA596B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代码模式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A897D-9CCC-4C07-A9F3-CE97E5F0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不调用外部模型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生成稳定草稿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适合日常留痕与节省 token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F6B44-2CC8-49C8-ADF1-4C5FF86B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06F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06F93"/>
                </a:solidFill>
                <a:latin typeface="Helvetica Neue"/>
                <a:ea typeface="Helvetica Neue"/>
                <a:cs typeface="Helvetica Neue"/>
              </a:rPr>
              <a:t>AI 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D6054-3243-4943-B8D5-37203B3A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主动选择后调用 CCSwitch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保留本地证据链</a:t>
            </a:r>
          </a:p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适合周报润色与汇报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3F03E-74A9-4EF4-8F3E-6BDF653D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DCD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7FF98-9961-4FDB-8D8D-4A1BAF1C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交付格式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B51F4-4BEC-4A60-AE67-FDB0E562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Markdown / HTML    Excel    PPTX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41D87-2888-479F-B1BA-10FB45BA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Excel 包含报告概览、工作事件、对话证据三张表。PPTX 适合直接汇报。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8B2EA-0A92-40B9-933B-43591F89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Worklog · 本地优先工作日志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10CDB-9C5F-407D-8B83-11A549F4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23190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01F25-7D64-42F3-82D1-4306126E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交付前检查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5C417-7ADF-4336-831F-BBE6A123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572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把报告当作工作记录的最后一步，而不是重新写一遍工作。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8AAD1-E1C9-4709-9C66-765D2BBE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BB11B-2321-48C3-B7D9-5BA2BDE1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57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日期是否正确，跨时区记录是否需要调整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17A7E-9A1F-468D-A3FA-5543AD41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AA640-CD4D-49A8-A0B0-90EBFE14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项目归类是否准确，是否存在未分类事件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C0A40-CBC4-4B3E-B8C4-906A1681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0F6A9-27AC-48E8-AE5B-36BE0431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完成事项是否有对应的聊天证据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19334-118A-4C97-BFAD-D2ABB9CB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E8A9F-523B-45D4-B1CD-FB74E92E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阻塞和下一步是否需要手动补充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C9D5F-0271-4D32-B0FC-658F2EBC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E8F70"/>
                </a:solidFill>
                <a:latin typeface="Helvetica Neue"/>
                <a:ea typeface="Helvetica Neue"/>
                <a:cs typeface="Helvetica Neue"/>
              </a:rPr>
              <a:t>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EDD98-74CF-4287-87AA-F3B2349F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92925"/>
                </a:solidFill>
                <a:latin typeface="Helvetica Neue"/>
                <a:ea typeface="Helvetica Neue"/>
                <a:cs typeface="Helvetica Neue"/>
              </a:rPr>
              <a:t>Excel 和 PPT 是否适合接收者阅读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6EC09-F208-4F6B-AB84-C198A6A0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Worklog · 本地优先工作日志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8E5E8-6E54-41B7-83C4-1A31ACF0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7776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270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2026-10-10T16:01:51.5990000Z</dcterms:created>
  <dcterms:modified xsi:type="dcterms:W3CDTF">2026-10-10T16:01:51.5990000Z</dcterms:modified>
</coreProperties>
</file>